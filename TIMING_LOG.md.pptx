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Highnes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0429B7-DB8F-4BE0-A259-AB779A16122A}">
  <a:tblStyle styleId="{190429B7-DB8F-4BE0-A259-AB779A1612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9-05T13:06:46.325">
    <p:pos x="6000" y="0"/>
    <p:text>No Polling · No Refreshes · Real-Time from End to End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9-05T13:24:33.267">
    <p:pos x="6000" y="0"/>
    <p:text>Each Persona involved has a Clear Job — No Confusion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9-05T13:29:09.488">
    <p:pos x="6000" y="0"/>
    <p:text>Every Trade-off Has a Clear Path to Production.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9-05T13:38:11.767">
    <p:pos x="6000" y="0"/>
    <p:text>The System Is Resilient, Even When Things Go Wrong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a2d818a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a2d818a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a2d818a5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a2d818a5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a2d818a5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a2d818a5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a2d818a5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a2d818a5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a2d818a5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a2d818a5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a2d818a5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a2d818a5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a2d818a5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a2d818a5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a2d818a5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a2d818a5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a2d818a5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a2d818a5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1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2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3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4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42783" y="283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Reflex — Event-Driven Delivery Management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42775" y="2335750"/>
            <a:ext cx="8520600" cy="24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Kenyan Retailers - Real-Time Delivery Tracking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Presented by: Sir Nchoe Leshan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Date: September 5, 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Retailers Manage Deliveries via WhatsApp — No Tracking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447600"/>
            <a:ext cx="8520600" cy="3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.</a:t>
            </a:r>
            <a:r>
              <a:rPr lang="en"/>
              <a:t> Retailers coordinate deliveries over WhatsApp and phone calls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. No record of who's assigned to which delivery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. No status visibility – "Where is the order?"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. No proof of delivery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. Result: Lost orders, frustrated customers, wasted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E.g., "A retailer loses an order because they forgot which rider took it."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Reflex – One System for All Delivery Tracking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.</a:t>
            </a:r>
            <a:r>
              <a:rPr lang="en"/>
              <a:t> Retailer logs a delivery request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. Dispatcher assigns it to a rider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. Rider updates the status in real-time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. Everyone knows where every delivery stands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Transparency · Accountability · Real-Time Visibility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Event-Driven Architecture: Queue + Webhooks + SSE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017725"/>
            <a:ext cx="85206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Retailer  ─ </a:t>
            </a:r>
            <a:r>
              <a:rPr lang="en"/>
              <a:t>(Requests)                   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Queue —</a:t>
            </a:r>
            <a:r>
              <a:rPr lang="en"/>
              <a:t> (Pending)  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Webhook —  (Completed)                            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UI Shows  — </a:t>
            </a:r>
            <a:r>
              <a:rPr lang="en"/>
              <a:t>"Pending"</a:t>
            </a:r>
            <a:r>
              <a:rPr lang="en"/>
              <a:t>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Assigns  — </a:t>
            </a:r>
            <a:r>
              <a:rPr lang="en"/>
              <a:t> Dispatcher </a:t>
            </a:r>
            <a:r>
              <a:rPr lang="en"/>
              <a:t>    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Delivers  — </a:t>
            </a:r>
            <a:r>
              <a:rPr lang="en"/>
              <a:t>Rider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Queue — Webhook — SSE = Real-Time, Event-Driven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Attendee Status: Pending — Checked In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017725"/>
            <a:ext cx="8520600" cy="40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Attendee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id: string (e.g., "ATT-001")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name: string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checked_in: boolean  (Final state)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pending: boolean     (Waiting for webhook)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checked_in_at: timestamp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Pending State = We Know the Request is in Progress.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Checked In State = Confirmed by the Webhook.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234000" y="72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Scan — Queue — Webhook — Complete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234000" y="644800"/>
            <a:ext cx="8520600" cy="43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1. Retailer scans the orde.r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- Publishes to queue.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- UI shows "Pending".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2. Dispatcher sees the request.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- Assigns to a rider.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3. Rider completes the delivery.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- Calls the webhook.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4. System updates the status.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SSE pushes real-time update.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UI shows "Checked In" instantly.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Retailer, Dispatcher, Rider – Each Has a Role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14885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,</a:t>
            </a:r>
            <a:endParaRPr/>
          </a:p>
        </p:txBody>
      </p:sp>
      <p:graphicFrame>
        <p:nvGraphicFramePr>
          <p:cNvPr id="92" name="Google Shape;92;p19"/>
          <p:cNvGraphicFramePr/>
          <p:nvPr/>
        </p:nvGraphicFramePr>
        <p:xfrm>
          <a:off x="504625" y="1403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{190429B7-DB8F-4BE0-A259-AB779A16122A}</a:tableStyleId>
              </a:tblPr>
              <a:tblGrid>
                <a:gridCol w="2413000"/>
                <a:gridCol w="2413000"/>
                <a:gridCol w="2413000"/>
              </a:tblGrid>
              <a:tr h="50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Retailer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Dispatcher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Rider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88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Logs delivery requests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Sees open requests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Sees assigned deliveries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88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Tracks status in real-time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Assigns to a rider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Updates status(picked up, delivered)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88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88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88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77700"/>
            <a:ext cx="8520600" cy="6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Made Conscious Trade-offs — Here's Why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683700"/>
            <a:ext cx="8520600" cy="44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1. In-Memory Storage vs. Database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 - Accepted because: Prototype, need to ship fast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 - Cost: Data lost on restart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 - Future: Swap with SQLite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2. SSE vs. WebSockets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 - Accepted because: Simpler, server–client only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 - Cost: No bi-directional communication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 - Future: Switch if needed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3. In-Memory Queue vs. RabbitMQ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 - Accepted because: No external dependencies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 - Cost: Queue not persistent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- Future: Use Redis for production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103600"/>
            <a:ext cx="8520600" cy="5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Handle Edge Cases Gracefully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616300"/>
            <a:ext cx="8520600" cy="4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355"/>
              <a:t>1. Duplicate Scans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355"/>
              <a:t>   - Second scan rejected with 409 Conflict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355"/>
              <a:t>   - `scanned_tickets` set prevents duplicates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t/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355"/>
              <a:t>2. Out-of-Order Webhooks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355"/>
              <a:t>   - Tracking is independent of callback order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355"/>
              <a:t>   - Duplicate protection still holds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t/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355"/>
              <a:t>3. API Failures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355"/>
              <a:t>   - 10% simulated failure rate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355"/>
              <a:t>   -Clear error messages shown to user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1455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Next for Reflex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942725"/>
            <a:ext cx="8520600" cy="41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650"/>
              <a:t>1. Persistent Storage</a:t>
            </a:r>
            <a:endParaRPr sz="1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650"/>
              <a:t>   - SQLite to survive server restarts</a:t>
            </a:r>
            <a:endParaRPr sz="1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650"/>
              <a:t>2. Retry Logic</a:t>
            </a:r>
            <a:endParaRPr sz="1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650"/>
              <a:t>   - Exponential backoff for failed webhooks</a:t>
            </a:r>
            <a:endParaRPr sz="1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650"/>
              <a:t>3. QR Scanner Integration</a:t>
            </a:r>
            <a:endParaRPr sz="1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650"/>
              <a:t>   - Real QR code scanning via webcam</a:t>
            </a:r>
            <a:endParaRPr sz="1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650"/>
              <a:t>4. Admin Dashboard</a:t>
            </a:r>
            <a:endParaRPr sz="1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650"/>
              <a:t>   - Real-time metrics and analytics</a:t>
            </a:r>
            <a:endParaRPr sz="1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650"/>
              <a:t>5. Containerization</a:t>
            </a:r>
            <a:endParaRPr sz="1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" sz="1650"/>
              <a:t>   - Docker + docker-compose for easy deployment</a:t>
            </a:r>
            <a:endParaRPr sz="1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